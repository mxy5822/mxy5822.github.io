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Turning ambiguous business needs into working systems</a:t>
            </a:r>
          </a:p>
          <a:p/>
          <a:p>
            <a:r>
              <a:t>I learn how teams work, identify bottlenecks, and connect the people, data, and tools needed to solve them. My work spans renewable-energy operations, reporting automation, feasibility assessment, and AUDPlatform workflows for sales opportunities, contracts, orders, and weekly meetings.</a:t>
            </a:r>
          </a:p>
          <a:p/>
          <a:p>
            <a:r>
              <a:t>Start by learning the work</a:t>
            </a:r>
          </a:p>
          <a:p>
            <a:r>
              <a:t>Requirements did not arrive as complete specifications. I learned how operations teams checked plants, how business development assessed sites, and how business support reviewed financial assumptions. The user's actual task shaped the implementation scope.</a:t>
            </a:r>
          </a:p>
          <a:p>
            <a:r>
              <a:t>Connect implementation to use</a:t>
            </a:r>
          </a:p>
          <a:p>
            <a:r>
              <a:t>My work connects external data collection, normalization, email and attachment processing, database ingestion, business interfaces, and mobile access. I review the result myself and refine it with feedback from business users.</a:t>
            </a:r>
          </a:p>
          <a:p>
            <a:r>
              <a:t>Roles I am pursuing</a:t>
            </a:r>
          </a:p>
          <a:p>
            <a:r>
              <a:t>For AI-enabled workflow improvement (AX), I emphasize recurring work and where human review belongs. For forward-deployed engineering (FDE), I emphasize translating unclear requests into integrations that work within existing constraints. These are target roles, not current job titles.</a:t>
            </a:r>
          </a:p>
          <a:p>
            <a:r>
              <a:t>Reading this portfolio</a:t>
            </a:r>
          </a:p>
          <a:p>
            <a:r>
              <a:t>The three main cases cover operations monitoring, reporting automation, and address-based feasibility assessment. All diagrams and example screens are newly created illustrations using synthetic data. Operational status follows the project owner's account; implementation claims follow source and document review, not an independent production re-test.</a:t>
            </a:r>
          </a:p>
          <a:p/>
          <a:p>
            <a:r>
              <a:t>Explanatory illustration using synthetic data; not a production screen.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Bring fragmented plant status into one view</a:t>
            </a:r>
          </a:p>
          <a:p/>
          <a:p>
            <a:r>
              <a:t>Consolidated a workflow that depended on incoming reports or visiting monitoring sites individually.</a:t>
            </a:r>
          </a:p>
          <a:p/>
          <a:p>
            <a:r>
              <a:t>Problem and existing workflow</a:t>
            </a:r>
          </a:p>
          <a:p>
            <a:r>
              <a:t>Operations and maintenance (O&amp;M) staff had to visit different monitoring websites or wait for reports to discover plant issues. A plant-level issue also required more detail to narrow the investigation to a particular device.</a:t>
            </a:r>
          </a:p>
          <a:p>
            <a:r>
              <a:t>My responsibility and implementation path</a:t>
            </a:r>
          </a:p>
          <a:p>
            <a:r>
              <a:t>I started by collecting generation data from web-response JSON and HTML. I extended the collection to inverter-level information, built consolidated web and TV views, and connected Telegram for mobile access and notifications.</a:t>
            </a:r>
          </a:p>
          <a:p>
            <a:r>
              <a:t>What changed for the user</a:t>
            </a:r>
          </a:p>
          <a:p>
            <a:r>
              <a:t>Staff can start from a consolidated view and narrow an investigation to relevant devices rather than assemble the overall picture across separate sources. This supports human investigation; it is not a predictive-maintenance model or an automated root-cause diagnosis system.</a:t>
            </a:r>
          </a:p>
          <a:p>
            <a:r>
              <a:t>State and evidence</a:t>
            </a:r>
          </a:p>
          <a:p>
            <a:r>
              <a:t>Development and improvements ran from February to August 2026. The project owner reports use by the O&amp;M team. Source review confirmed collection, inverter snapshots, web APIs, and notification paths. Fault reduction and time savings per user have not been measured independently.</a:t>
            </a:r>
          </a:p>
          <a:p/>
          <a:p>
            <a:r>
              <a:t>Explanatory illustration using synthetic data; not a production screen.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reporting requests to ingestion confirmation</a:t>
            </a:r>
          </a:p>
          <a:p/>
          <a:p>
            <a:r>
              <a:t>Connected scheduled email, response files, ingestion, and verification into one workflow.</a:t>
            </a:r>
          </a:p>
          <a:p/>
          <a:p>
            <a:r>
              <a:t>Recurring work</a:t>
            </a:r>
          </a:p>
          <a:p>
            <a:r>
              <a:t>Staff requested operating data from third-party administrative service providers, waited for replies, and entered and aggregated the received information. Related work included monthly prorating, checks for funding requirements, follow-up on missing responses, and a separate plant list. Some providers replied only after receiving a request.</a:t>
            </a:r>
          </a:p>
          <a:p>
            <a:r>
              <a:t>My responsibility</a:t>
            </a:r>
          </a:p>
          <a:p>
            <a:r>
              <a:t>I connected monthly request scheduling, email receipt and classification, attachment extraction and validation, and database ingestion on the internal Linux server. Supporting calculation, comparison, and review-state modules were also identified. This does not claim automation of payment authorization.</a:t>
            </a:r>
          </a:p>
          <a:p>
            <a:r>
              <a:t>A different unit of work</a:t>
            </a:r>
          </a:p>
          <a:p>
            <a:r>
              <a:t>Sending an email or moving a file no longer stands alone as the end of a task: the flow extends to checking whether the received data was ingested. Low-confidence or failed processing can transition to a review state in the implementation.</a:t>
            </a:r>
          </a:p>
          <a:p>
            <a:r>
              <a:t>State</a:t>
            </a:r>
          </a:p>
          <a:p>
            <a:r>
              <a:t>The project owner reports development in August–September 2026 and operational use by the O&amp;M team. Reported impact is distinguished from independent measurement. Exact provider counts, plant counts, and time savings are excluded from this external draft.</a:t>
            </a:r>
          </a:p>
          <a:p/>
          <a:p>
            <a:r>
              <a:t>Explanatory illustration using synthetic data; not a production screen.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 we assess a site from its address?”</a:t>
            </a:r>
          </a:p>
          <a:p/>
          <a:p>
            <a:r>
              <a:t>Turned an open-ended request into review steps and data requirements.</a:t>
            </a:r>
          </a:p>
          <a:p/>
          <a:p>
            <a:r>
              <a:t>The initial request</a:t>
            </a:r>
          </a:p>
          <a:p>
            <a:r>
              <a:t>Management asked whether entering an address could support an assessment of a site's business potential. An address search box alone would not define what to review or which evidence the result needed.</a:t>
            </a:r>
          </a:p>
          <a:p>
            <a:r>
              <a:t>Learning from domain experts</a:t>
            </a:r>
          </a:p>
          <a:p>
            <a:r>
              <a:t>I learned the actual assessment process from a business development colleague. Advice from another specialist and comparisons with similar services helped clarify the review items. I obtained the needed external APIs, implemented and refined the UI, and incorporated financial analysis supplied by business support.</a:t>
            </a:r>
          </a:p>
          <a:p>
            <a:r>
              <a:t>My role and the collaboration</a:t>
            </a:r>
          </a:p>
          <a:p>
            <a:r>
              <a:t>I translated the request into an implementable scope and connected data sources to the service. Domain knowledge and analysis practices came from business colleagues. The central contribution was turning that expertise into a usable technical workflow.</a:t>
            </a:r>
          </a:p>
          <a:p>
            <a:r>
              <a:t>Result and state</a:t>
            </a:r>
          </a:p>
          <a:p>
            <a:r>
              <a:t>Source review confirmed an implementation connecting address and parcel information, regulations, grid information, solar resource data, and financial analysis. User counts, adoption dates, review-time savings, and decision outcomes remain unconfirmed. This is preliminary assessment support, not automatic permitting or investment approval.</a:t>
            </a:r>
          </a:p>
          <a:p/>
          <a:p>
            <a:r>
              <a:t>Explanatory illustration using synthetic data; not a production screen.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Translate business context into implementation</a:t>
            </a:r>
          </a:p>
          <a:p/>
          <a:p>
            <a:r>
              <a:t>A working approach that connects discovery, implementation, review, and feedback.</a:t>
            </a:r>
          </a:p>
          <a:p/>
          <a:p>
            <a:r>
              <a:t>1. Learn the workflow and locate friction</a:t>
            </a:r>
          </a:p>
          <a:p>
            <a:r>
              <a:t>I establish where information is checked, where it is entered again, and which exceptions require a person. For pre-fs, domain experts explained the assessment process. For the website, I first clarified the intended audience and message.</a:t>
            </a:r>
          </a:p>
          <a:p>
            <a:r>
              <a:t>2. Connect data to the next action</a:t>
            </a:r>
          </a:p>
          <a:p>
            <a:r>
              <a:t>I connect websites, email, files, databases, and business interfaces. The goal is to let someone take the next useful action, not simply to collect data. Inverter-level inspection and visible invoice processing status illustrate this approach.</a:t>
            </a:r>
          </a:p>
          <a:p>
            <a:r>
              <a:t>3. Review different kinds of correctness</a:t>
            </a:r>
          </a:p>
          <a:p>
            <a:r>
              <a:t>AI-assisted feature review, SQL and interface reference checks, my own user-oriented review, and business feedback address different concerns. Passing a technical check does not establish that a workflow fits the user's needs.</a:t>
            </a:r>
          </a:p>
          <a:p>
            <a:r>
              <a:t>Contribution boundary</a:t>
            </a:r>
          </a:p>
          <a:p>
            <a:r>
              <a:t>After initial Linux setup and the vendor's AUDPlatform installation, I developed business functions, external integrations, data standards tooling, and operational improvements. I do not claim the initial server setup, the commercial platform itself, or third-party libraries as my work.</a:t>
            </a:r>
          </a:p>
          <a:p/>
          <a:p>
            <a:r>
              <a:t>Explanatory illustration using synthetic data; not a production screen.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PROFILE</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800" b="1">
                <a:solidFill>
                  <a:srgbClr val="182E32"/>
                </a:solidFill>
                <a:latin typeface="Portfolio Sans"/>
              </a:defRPr>
            </a:pPr>
            <a:r>
              <a:rPr>
                <a:ea typeface="Portfolio Sans"/>
              </a:rPr>
              <a:t>Turning ambiguous business needs into working systems</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I learn how teams work, identify bottlenecks, and connect the people, data, and tools needed to solve them. My work spans renewable-energy operations, reporting automation, feasibility assessment, and AUDPlatform workflows for sales opportunities, contracts, orders, and weekly meetings.</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Learn the workflow and its bottlenecks</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Connect data, systems, and user workflows</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Review the result and iterate with users</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Learn the work</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Define the need</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Build integrations</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Review &amp; improve</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Explanatory illustration using synthetic data; not a production screen.</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5934456"/>
            <a:ext cx="10835640" cy="274320"/>
          </a:xfrm>
          <a:prstGeom prst="rect">
            <a:avLst/>
          </a:prstGeom>
          <a:noFill/>
        </p:spPr>
        <p:txBody>
          <a:bodyPr wrap="square" lIns="0" rIns="0" tIns="0" bIns="0">
            <a:spAutoFit/>
          </a:bodyPr>
          <a:lstStyle/>
          <a:p>
            <a:pPr>
              <a:spcAft>
                <a:spcPts val="900"/>
              </a:spcAft>
              <a:defRPr sz="1000" b="0">
                <a:solidFill>
                  <a:srgbClr val="087F72"/>
                </a:solidFill>
                <a:latin typeface="Portfolio Sans"/>
              </a:defRPr>
            </a:pPr>
            <a:r>
              <a:rPr>
                <a:ea typeface="Portfolio Sans"/>
              </a:rPr>
              <a:t>https://github.com/laekhole</a:t>
            </a:r>
          </a:p>
        </p:txBody>
      </p:sp>
      <p:sp>
        <p:nvSpPr>
          <p:cNvPr id="27" name="TextBox 26"/>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8" name="TextBox 27"/>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01 / 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P01 / OPERATIONS</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800" b="1">
                <a:solidFill>
                  <a:srgbClr val="182E32"/>
                </a:solidFill>
                <a:latin typeface="Portfolio Sans"/>
              </a:defRPr>
            </a:pPr>
            <a:r>
              <a:rPr>
                <a:ea typeface="Portfolio Sans"/>
              </a:rPr>
              <a:t>Bring fragmented plant status into one view</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Consolidated a workflow that depended on incoming reports or visiting monitoring sites individually.</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Consolidate status from multiple sources</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Extend inspection from plants to inverters</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Connect web, TV, and mobile access</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External responses</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Collect &amp; normalize</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Store &amp; evaluate</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Web / TV / mobile</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Explanatory illustration using synthetic data; not a production screen.</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7" name="TextBox 26"/>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02 / 05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P02 / AUTOMATION</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800" b="1">
                <a:solidFill>
                  <a:srgbClr val="182E32"/>
                </a:solidFill>
                <a:latin typeface="Portfolio Sans"/>
              </a:defRPr>
            </a:pPr>
            <a:r>
              <a:rPr>
                <a:ea typeface="Portfolio Sans"/>
              </a:rPr>
              <a:t>From reporting requests to ingestion confirmation</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Connected scheduled email, response files, ingestion, and verification into one workflow.</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Connect recurring requests, replies, and entry</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Include attachment validation and ingestion confirmation</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Route failures and low confidence to review</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Scheduled request</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Receive &amp; classify</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Extract &amp; validate</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Ingest &amp; confirm</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Explanatory illustration using synthetic data; not a production screen.</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7" name="TextBox 26"/>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03 / 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P03 / DISCOVERY</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800" b="1">
                <a:solidFill>
                  <a:srgbClr val="182E32"/>
                </a:solidFill>
                <a:latin typeface="Portfolio Sans"/>
              </a:defRPr>
            </a:pPr>
            <a:r>
              <a:rPr>
                <a:ea typeface="Portfolio Sans"/>
              </a:rPr>
              <a:t>“Can we assess a site from its address?”</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Turned an open-ended request into review steps and data requirements.</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Management request → learn the assessment process</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Define review items and external data needs</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Implementation reviewed; adoption and impact unconfirmed</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Address &amp; parcel</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Rules &amp; grid</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Solar &amp; finance</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Evidence &amp; review</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Explanatory illustration using synthetic data; not a production screen.</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7" name="TextBox 26"/>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04 / 05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APPROACH</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800" b="1">
                <a:solidFill>
                  <a:srgbClr val="182E32"/>
                </a:solidFill>
                <a:latin typeface="Portfolio Sans"/>
              </a:defRPr>
            </a:pPr>
            <a:r>
              <a:rPr>
                <a:ea typeface="Portfolio Sans"/>
              </a:rPr>
              <a:t>Translate business context into implementation</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A working approach that connects discovery, implementation, review, and feedback.</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Discovery → requirements → integration</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Separate technical checks from human review</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Own development and improvement after initial setup</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Learn the work</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Define the need</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Build integrations</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Review &amp; improve</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Explanatory illustration using synthetic data; not a production screen.</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5934456"/>
            <a:ext cx="10835640" cy="274320"/>
          </a:xfrm>
          <a:prstGeom prst="rect">
            <a:avLst/>
          </a:prstGeom>
          <a:noFill/>
        </p:spPr>
        <p:txBody>
          <a:bodyPr wrap="square" lIns="0" rIns="0" tIns="0" bIns="0">
            <a:spAutoFit/>
          </a:bodyPr>
          <a:lstStyle/>
          <a:p>
            <a:pPr>
              <a:spcAft>
                <a:spcPts val="900"/>
              </a:spcAft>
              <a:defRPr sz="1000" b="0">
                <a:solidFill>
                  <a:srgbClr val="087F72"/>
                </a:solidFill>
                <a:latin typeface="Portfolio Sans"/>
              </a:defRPr>
            </a:pPr>
            <a:r>
              <a:rPr>
                <a:ea typeface="Portfolio Sans"/>
              </a:rPr>
              <a:t>https://github.com/laekhole</a:t>
            </a:r>
          </a:p>
        </p:txBody>
      </p:sp>
      <p:sp>
        <p:nvSpPr>
          <p:cNvPr id="27" name="TextBox 26"/>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8" name="TextBox 27"/>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05 / 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Turning ambiguous business needs into working systems</dc:title>
  <dc:subject/>
  <dc:creator>김민기 · Kim Mingi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