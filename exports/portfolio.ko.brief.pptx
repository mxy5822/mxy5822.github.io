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모호한 요구를 실제로 쓰이는 시스템으로 만드는 엔지니어</a:t>
            </a:r>
          </a:p>
          <a:p/>
          <a:p>
            <a:r>
              <a:t>현업의 업무를 직접 배우고 병목을 찾아, 필요한 사람과 기술을 연결해 해결합니다. 에너지 분야의 O&amp;M 모니터링, 실적 처리 자동화, 사업성 사전 검토와 AUDPlatform 기반 영업·수주·주간회의 업무 개발을 맡아 왔습니다.</a:t>
            </a:r>
          </a:p>
          <a:p/>
          <a:p>
            <a:r>
              <a:t>업무를 배우는 데서 시작합니다</a:t>
            </a:r>
          </a:p>
          <a:p>
            <a:r>
              <a:t>처음부터 완성된 요구사항이 주어지지는 않았습니다. 발전소 운영 담당자의 확인 방식, 사업개발 담당자의 검토 순서, 경영지원의 수익성 분석을 배우며 구현할 범위를 구체화했습니다. 기술 선택의 출발점은 실제 사용자가 해야 하는 일입니다.</a:t>
            </a:r>
          </a:p>
          <a:p>
            <a:r>
              <a:t>연동에서 운영까지 연결합니다</a:t>
            </a:r>
          </a:p>
          <a:p>
            <a:r>
              <a:t>외부 데이터 수집과 정규화, 메일·첨부 처리, 데이터베이스 적재, 업무 화면과 모바일 조회를 연결했습니다. 기능을 만든 뒤에는 본인 검수와 현업 피드백으로 결과를 확인하고 개선했습니다.</a:t>
            </a:r>
          </a:p>
          <a:p>
            <a:r>
              <a:t>지원하는 역할</a:t>
            </a:r>
          </a:p>
          <a:p>
            <a:r>
              <a:t>AX에서는 반복 업무를 줄이고 사람의 검토를 남기는 판단을, FDE에서는 불명확한 요구와 기존 시스템 제약을 실제 구현으로 연결하는 역량을 보여드립니다. AX·FDE는 지원 방향이며 현재 공식 직함을 뜻하지 않습니다.</a:t>
            </a:r>
          </a:p>
          <a:p>
            <a:r>
              <a:t>이 포트폴리오의 읽는 법</a:t>
            </a:r>
          </a:p>
          <a:p>
            <a:r>
              <a:t>대표 사례는 O&amp;M 관제, 실적 자동화, 주소 기반 예비 사업성 검토입니다. 도식과 예시 화면은 합성 자료로 새로 구성했습니다. 운영 상태는 사용자 설명, 구현 범위는 확인된 소스·문서에 근거하며 독립적인 운영 재측정과 구분합니다.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흩어진 발전소 상태를 한 화면으로</a:t>
            </a:r>
          </a:p>
          <a:p/>
          <a:p>
            <a:r>
              <a:t>연락을 기다리거나 사이트를 하나씩 방문하던 확인 업무를 통합했습니다.</a:t>
            </a:r>
          </a:p>
          <a:p/>
          <a:p>
            <a:r>
              <a:t>문제와 기존 사용자 흐름</a:t>
            </a:r>
          </a:p>
          <a:p>
            <a:r>
              <a:t>발전소 운영·유지보수(O&amp;M) 담당자는 이상 여부를 파악하려고 서로 다른 모니터링 사이트를 찾아다녀야 했습니다. 발전소 수준에서 문제가 보이더라도 어느 장치에서 발생했는지 확인하려면 더 자세한 정보가 필요했습니다.</a:t>
            </a:r>
          </a:p>
          <a:p>
            <a:r>
              <a:t>본인의 책임과 확장 과정</a:t>
            </a:r>
          </a:p>
          <a:p>
            <a:r>
              <a:t>웹 응답 JSON과 HTML에서 발전 데이터를 수집하는 작업부터 시작했습니다. 이후 인버터 단위 정보를 추가해 문제가 있는 구성부를 살펴볼 수 있도록 확장했습니다. 집계 웹과 TV 관제 화면을 만들고 텔레그램을 연결해 모바일 조회와 알림으로 이어지게 했습니다.</a:t>
            </a:r>
          </a:p>
          <a:p>
            <a:r>
              <a:t>변화한 업무</a:t>
            </a:r>
          </a:p>
          <a:p>
            <a:r>
              <a:t>개별 출처를 오가며 전체 상황을 조합하는 대신 통합 화면에서 상태를 보고 필요한 장치로 확인 범위를 좁힐 수 있습니다. 사람이 원인을 확정하는 업무를 지원하며 자동 진단이나 예지보전 모델을 구축했다는 의미는 아닙니다.</a:t>
            </a:r>
          </a:p>
          <a:p>
            <a:r>
              <a:t>상태와 근거</a:t>
            </a:r>
          </a:p>
          <a:p>
            <a:r>
              <a:t>2026.02–2026.08 개발·개선, O&amp;M 팀 운영 중이라는 사용자 설명이 있습니다. 수집·인버터 스냅샷·웹 API·알림 경로의 구현을 확인했습니다. 장애 감소율과 실제 사용자별 시간 절감은 측정하지 않았습니다.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실적 요청부터 적재 확인까지</a:t>
            </a:r>
          </a:p>
          <a:p/>
          <a:p>
            <a:r>
              <a:t>정기 메일, 회신 파일, 입력·검증을 하나의 처리 흐름으로 연결했습니다.</a:t>
            </a:r>
          </a:p>
          <a:p/>
          <a:p>
            <a:r>
              <a:t>반복되던 업무</a:t>
            </a:r>
          </a:p>
          <a:p>
            <a:r>
              <a:t>담당자는 사무수탁사에 실적을 요청하고 회신을 기다린 뒤 수신 자료를 입력·집계했습니다. 월별 일할 계산, 자금보충 여부 판단을 위한 검증, 미회신 추적과 별도 발전소 목록 관리도 연결된 업무였습니다. 일부 제공자는 요청해야 회신하는 특성이 있었습니다.</a:t>
            </a:r>
          </a:p>
          <a:p>
            <a:r>
              <a:t>본인의 책임</a:t>
            </a:r>
          </a:p>
          <a:p>
            <a:r>
              <a:t>월별 일정에 따른 요청 발송, 메일 수신과 분류, 첨부의 추출·검증, DB 적재를 사내 Linux 환경에서 연결했습니다. 관련 계산·비교·검토 상태까지 이어지는 모듈이 확인되었습니다. 자금 지급 승인 자체를 자동화했다는 의미는 아닙니다.</a:t>
            </a:r>
          </a:p>
          <a:p>
            <a:r>
              <a:t>바뀐 작업 단위</a:t>
            </a:r>
          </a:p>
          <a:p>
            <a:r>
              <a:t>메일을 보냈는지 확인하는 작업과 파일을 옮기는 작업이 각각 끝나는 대신, 수신 자료가 적재되었는지 확인하는 흐름으로 이어집니다. 처리 실패나 낮은 확신도는 별도 검토 상태로 분기하는 구현이 있습니다.</a:t>
            </a:r>
          </a:p>
          <a:p>
            <a:r>
              <a:t>상태</a:t>
            </a:r>
          </a:p>
          <a:p>
            <a:r>
              <a:t>2026.08–2026.09 개발, O&amp;M 팀 운영 중이라는 사용자 설명이 있습니다. 운영 효과는 사용자 진술과 독립 측정을 구분하며, 정확한 조직 수·발전소 수·절감 시간은 외부본에 포함하지 않았습니다.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“주소로 사업성을 볼 수 있을까?”</a:t>
            </a:r>
          </a:p>
          <a:p/>
          <a:p>
            <a:r>
              <a:t>모호한 요청을 현업의 검토 순서와 데이터 요구로 바꿨습니다.</a:t>
            </a:r>
          </a:p>
          <a:p/>
          <a:p>
            <a:r>
              <a:t>출발한 요청</a:t>
            </a:r>
          </a:p>
          <a:p>
            <a:r>
              <a:t>경영진은 주소를 입력하면 해당 필지의 사업성을 검토할 수 있는지 물었습니다. 주소 검색 화면을 만드는 것만으로는 어떤 조건을 검토하고 어떤 근거를 제시해야 하는지 정해지지 않았습니다.</a:t>
            </a:r>
          </a:p>
          <a:p>
            <a:r>
              <a:t>현업에게 배운 과정</a:t>
            </a:r>
          </a:p>
          <a:p>
            <a:r>
              <a:t>사업개발 담당자에게 실제 분석 프로세스를 배웠습니다. 다른 사업개발 전문가의 조언과 유사 서비스 벤치마킹으로 검토 항목을 정리했습니다. 필요한 외부 API를 확보하고 구현·UI 개선을 진행했으며, 경영지원 담당자의 수익성 분석을 추가했습니다.</a:t>
            </a:r>
          </a:p>
          <a:p>
            <a:r>
              <a:t>본인의 책임과 협업</a:t>
            </a:r>
          </a:p>
          <a:p>
            <a:r>
              <a:t>본인은 요구를 구체화하고 데이터 연동과 서비스 구현을 연결했습니다. 분석 순서와 업무 지식은 현업의 기여입니다. 다른 사람의 전문 지식을 받아 기술적인 검토 흐름으로 만드는 과정이 이 사례의 핵심입니다.</a:t>
            </a:r>
          </a:p>
          <a:p>
            <a:r>
              <a:t>결과와 상태</a:t>
            </a:r>
          </a:p>
          <a:p>
            <a:r>
              <a:t>주소·필지, 규정, 계통, 일사량과 수익성 정보를 연결한 예비 검토 서비스의 구현이 확인되었습니다. 실제 사용자 수, 도입일, 검토시간 감소와 의사결정 성과는 확인되지 않았습니다. 인허가나 투자를 확정하는 자동 판정 서비스로 표현하지 않습니다.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현업의 언어를 구현과 검증으로</a:t>
            </a:r>
          </a:p>
          <a:p/>
          <a:p>
            <a:r>
              <a:t>업무 파악부터 피드백까지 이어지는 공통 작업 방식입니다.</a:t>
            </a:r>
          </a:p>
          <a:p/>
          <a:p>
            <a:r>
              <a:t>1. 업무를 배우고 병목을 정리</a:t>
            </a:r>
          </a:p>
          <a:p>
            <a:r>
              <a:t>어떤 정보를 어디에서 확인하는지, 같은 내용을 다시 입력하는지, 어떤 예외에서 담당자가 개입하는지 파악합니다. pre-fs에서는 현업 전문가에게 분석 프로세스를 배웠고, 홈페이지에서는 대상 독자와 전달할 메시지를 먼저 정리했습니다.</a:t>
            </a:r>
          </a:p>
          <a:p>
            <a:r>
              <a:t>2. 데이터와 사용 흐름을 연결</a:t>
            </a:r>
          </a:p>
          <a:p>
            <a:r>
              <a:t>별도 사이트와 메일, 파일, DB, 업무 화면 사이를 연결합니다. 데이터가 모였다는 사실보다 담당자가 다음에 무엇을 확인하고 처리할 수 있는지가 중요합니다. 인버터 단위 조회와 청구 처리 상태의 목록화가 그 예입니다.</a:t>
            </a:r>
          </a:p>
          <a:p>
            <a:r>
              <a:t>3. 구현 결과를 나누어 확인</a:t>
            </a:r>
          </a:p>
          <a:p>
            <a:r>
              <a:t>AI 보조 기능 검토, SQL·화면 참조 점검, 본인의 사용자 관점 검수, 현업의 피드백을 구분합니다. 자동 점검 통과만으로 실제 업무에 맞는다고 결론 내리지 않습니다.</a:t>
            </a:r>
          </a:p>
          <a:p>
            <a:r>
              <a:t>본인의 기여 범위</a:t>
            </a:r>
          </a:p>
          <a:p>
            <a:r>
              <a:t>초기 Linux 세팅과 공급사의 AUDPlatform 설치 이후 업무 기능 개발, 외부 연동, 데이터 표준 관리와 운영 개선을 수행했습니다. Linux 최초 구축, 상용 제품 자체 개발, 제3자 라이브러리 제작은 본인 실적으로 포함하지 않습니다.</a:t>
            </a:r>
          </a:p>
          <a:p/>
          <a:p>
            <a:r>
              <a:t>합성 데이터로 재구성한 설명용 예시 · 실제 운영 화면이 아닙니다.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PROFILE</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모호한 요구를 실제로 쓰이는 시스템으로 만드는 엔지니어</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현업의 업무를 직접 배우고 병목을 찾아, 필요한 사람과 기술을 연결해 해결합니다. 에너지 분야의 O&amp;M 모니터링, 실적 처리 자동화, 사업성 사전 검토와 AUDPlatform 기반 영업·수주·주간회의 업무 개발을 맡아 왔습니다.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현업의 업무와 병목을 직접 파악</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데이터·시스템·사용자 흐름을 연결</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본인 검수와 현업 피드백으로 개선</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현업 업무</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요구·병목</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연동·구현</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검수·개선</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934456"/>
            <a:ext cx="10835640" cy="274320"/>
          </a:xfrm>
          <a:prstGeom prst="rect">
            <a:avLst/>
          </a:prstGeom>
          <a:noFill/>
        </p:spPr>
        <p:txBody>
          <a:bodyPr wrap="square" lIns="0" rIns="0" tIns="0" bIns="0">
            <a:spAutoFit/>
          </a:bodyPr>
          <a:lstStyle/>
          <a:p>
            <a:pPr>
              <a:spcAft>
                <a:spcPts val="900"/>
              </a:spcAft>
              <a:defRPr sz="1000" b="0">
                <a:solidFill>
                  <a:srgbClr val="087F72"/>
                </a:solidFill>
                <a:latin typeface="Portfolio Sans"/>
              </a:defRPr>
            </a:pPr>
            <a:r>
              <a:rPr>
                <a:ea typeface="Portfolio Sans"/>
              </a:rPr>
              <a:t>https://github.com/laekhole</a:t>
            </a:r>
          </a:p>
        </p:txBody>
      </p:sp>
      <p:sp>
        <p:nvSpPr>
          <p:cNvPr id="27" name="TextBox 26"/>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8" name="TextBox 27"/>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01 / 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P01 / OPERATIONS</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흩어진 발전소 상태를 한 화면으로</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연락을 기다리거나 사이트를 하나씩 방문하던 확인 업무를 통합했습니다.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여러 출처의 상태를 통합 조회</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발전소 → 인버터 단위로 확인 범위 확장</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웹·TV·모바일로 사용자 접점 연결</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외부 JSON·HTML</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수집·정규화</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저장·판정</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웹·TV·모바일</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02 / 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P02 / AUTOMATION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실적 요청부터 적재 확인까지</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정기 메일, 회신 파일, 입력·검증을 하나의 처리 흐름으로 연결했습니다.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정기 요청·회신·입력의 반복을 연결</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첨부 검증과 DB 적재 확인 포함</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실패·낮은 확신도는 검토 상태로</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정기 요청</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회신·분류</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추출·검증</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적재·확인</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03 / 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P03 / DISCOVERY</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“주소로 사업성을 볼 수 있을까?”</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모호한 요청을 현업의 검토 순서와 데이터 요구로 바꿨습니다.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경영진 요청 → 현업 분석 프로세스 학습</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검토 항목과 외부 데이터 요구로 구체화</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구현 확인, 현업 도입·효과는 미확인</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주소·필지</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규정·계통</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일사량·수익성</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근거·가정·검토</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04 / 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APPROACH</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900" b="1">
                <a:solidFill>
                  <a:srgbClr val="182E32"/>
                </a:solidFill>
                <a:latin typeface="Portfolio Sans"/>
              </a:defRPr>
            </a:pPr>
            <a:r>
              <a:rPr>
                <a:ea typeface="Portfolio Sans"/>
              </a:rPr>
              <a:t>현업의 언어를 구현과 검증으로</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업무 파악부터 피드백까지 이어지는 공통 작업 방식입니다.</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업무 파악 → 요구 정리 → 연동·구현</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자동 점검과 사람의 검수를 구분</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900" b="1">
                <a:solidFill>
                  <a:srgbClr val="182E32"/>
                </a:solidFill>
                <a:latin typeface="Portfolio Sans"/>
              </a:defRPr>
            </a:pPr>
            <a:r>
              <a:rPr>
                <a:ea typeface="Portfolio Sans"/>
              </a:rPr>
              <a:t>초기 설치 이후의 개발·운영 책임</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현업 업무</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요구·병목</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연동·구현</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검수·개선</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합성 데이터로 재구성한 설명용 예시 · 실제 운영 화면이 아닙니다.</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934456"/>
            <a:ext cx="10835640" cy="274320"/>
          </a:xfrm>
          <a:prstGeom prst="rect">
            <a:avLst/>
          </a:prstGeom>
          <a:noFill/>
        </p:spPr>
        <p:txBody>
          <a:bodyPr wrap="square" lIns="0" rIns="0" tIns="0" bIns="0">
            <a:spAutoFit/>
          </a:bodyPr>
          <a:lstStyle/>
          <a:p>
            <a:pPr>
              <a:spcAft>
                <a:spcPts val="900"/>
              </a:spcAft>
              <a:defRPr sz="1000" b="0">
                <a:solidFill>
                  <a:srgbClr val="087F72"/>
                </a:solidFill>
                <a:latin typeface="Portfolio Sans"/>
              </a:defRPr>
            </a:pPr>
            <a:r>
              <a:rPr>
                <a:ea typeface="Portfolio Sans"/>
              </a:rPr>
              <a:t>https://github.com/laekhole</a:t>
            </a:r>
          </a:p>
        </p:txBody>
      </p:sp>
      <p:sp>
        <p:nvSpPr>
          <p:cNvPr id="27" name="TextBox 26"/>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8" name="TextBox 27"/>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05 / 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모호한 요구를 실제로 쓰이는 시스템으로 만드는 엔지니어</dc:title>
  <dc:subject/>
  <dc:creator>김민기 · Kim Mingi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